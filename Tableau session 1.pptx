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Tableausession1280625_17519740528660/texttable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533DE7A-2739-4487-B850-6222092BFCC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Tableau session 1 280625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4059D5B-370E-4D02-8494-C72D9EE3879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12/25/2025 2:52:36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 table" id="2" name="slide2">
            <a:extLst>
              <a:ext uri="{FF2B5EF4-FFF2-40B4-BE49-F238E27FC236}">
                <a16:creationId xmlns:a16="http://schemas.microsoft.com/office/drawing/2014/main" id="{A2C69A3F-D9C6-41E2-921D-EA90B20252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50" y="2838450"/>
            <a:ext cx="24765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 tabel 2" id="3" name="slide3">
            <a:extLst>
              <a:ext uri="{FF2B5EF4-FFF2-40B4-BE49-F238E27FC236}">
                <a16:creationId xmlns:a16="http://schemas.microsoft.com/office/drawing/2014/main" id="{A7399B83-C682-4B64-8C37-045B285ECA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570" y="1409700"/>
            <a:ext cx="383286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r chart" id="4" name="slide4">
            <a:extLst>
              <a:ext uri="{FF2B5EF4-FFF2-40B4-BE49-F238E27FC236}">
                <a16:creationId xmlns:a16="http://schemas.microsoft.com/office/drawing/2014/main" id="{4D12A2AD-618F-4AE1-8F42-EF5F383066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5952"/>
            <a:ext cx="12192000" cy="522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t map" id="5" name="slide5">
            <a:extLst>
              <a:ext uri="{FF2B5EF4-FFF2-40B4-BE49-F238E27FC236}">
                <a16:creationId xmlns:a16="http://schemas.microsoft.com/office/drawing/2014/main" id="{69A32CA4-C93F-4A15-B042-83AA5587BC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6865"/>
            <a:ext cx="12192000" cy="396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ighlighted Table" id="6" name="slide6">
            <a:extLst>
              <a:ext uri="{FF2B5EF4-FFF2-40B4-BE49-F238E27FC236}">
                <a16:creationId xmlns:a16="http://schemas.microsoft.com/office/drawing/2014/main" id="{75640A92-4AA0-410F-8EBB-EC59C89B44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00" y="1409700"/>
            <a:ext cx="44958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e chart" id="7" name="slide7">
            <a:extLst>
              <a:ext uri="{FF2B5EF4-FFF2-40B4-BE49-F238E27FC236}">
                <a16:creationId xmlns:a16="http://schemas.microsoft.com/office/drawing/2014/main" id="{A6733690-F8EF-4442-A718-283DBE194B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0141"/>
            <a:ext cx="12192000" cy="525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ymbol map" id="8" name="slide8">
            <a:extLst>
              <a:ext uri="{FF2B5EF4-FFF2-40B4-BE49-F238E27FC236}">
                <a16:creationId xmlns:a16="http://schemas.microsoft.com/office/drawing/2014/main" id="{C3288781-7340-40A4-B5C5-18DE243DCA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9980"/>
            <a:ext cx="12192000" cy="527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lied map" id="9" name="slide9">
            <a:extLst>
              <a:ext uri="{FF2B5EF4-FFF2-40B4-BE49-F238E27FC236}">
                <a16:creationId xmlns:a16="http://schemas.microsoft.com/office/drawing/2014/main" id="{B2CC076C-E107-4DA4-8BFA-32435BDBBB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9980"/>
            <a:ext cx="12192000" cy="527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acked bar" id="10" name="slide10">
            <a:extLst>
              <a:ext uri="{FF2B5EF4-FFF2-40B4-BE49-F238E27FC236}">
                <a16:creationId xmlns:a16="http://schemas.microsoft.com/office/drawing/2014/main" id="{2298CC1E-739D-4E74-9EC4-DA3BE789FA8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870" y="441960"/>
            <a:ext cx="4366260" cy="597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de by side bar" id="11" name="slide11">
            <a:extLst>
              <a:ext uri="{FF2B5EF4-FFF2-40B4-BE49-F238E27FC236}">
                <a16:creationId xmlns:a16="http://schemas.microsoft.com/office/drawing/2014/main" id="{28AABA80-155B-437B-835D-295AA5910D8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3937"/>
            <a:ext cx="12192000" cy="471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2025-12-25T14:52:38Z</dcterms:created>
  <dcterms:modified xsi:type="dcterms:W3CDTF">2025-12-25T14:52:38Z</dcterms:modified>
</cp:coreProperties>
</file>